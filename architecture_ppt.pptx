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Bank-Grade Reconciliation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Overview &amp; Agentic Workflow</a:t>
            </a:r>
          </a:p>
          <a:p>
            <a:r>
              <a:t>Powered by Oracle 26AI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Reconciliation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 1:N and M:N Matching: One payment covering multiple invoices or vice versa.</a:t>
            </a:r>
          </a:p>
          <a:p>
            <a:pPr/>
            <a:r>
              <a:t>Remittance Ambiguity: Unstructured bank text with missing or typo-ridden references.</a:t>
            </a:r>
          </a:p>
          <a:p>
            <a:pPr/>
            <a:r>
              <a:t>High Volume &amp; Velocity: Processing thousands of daily transactions at scale.</a:t>
            </a:r>
          </a:p>
          <a:p>
            <a:pPr/>
            <a:r>
              <a:t>Fragmented Source Data: Bridging ERP invoices and Bank payments.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Streamlit-based Dashboard for human-in-the-loop validation.</a:t>
            </a:r>
          </a:p>
          <a:p>
            <a:pPr/>
            <a:r>
              <a:t>Orchestration Layer: FastAPI backend managing the agentic lifecycle.</a:t>
            </a:r>
          </a:p>
          <a:p>
            <a:pPr/>
            <a:r>
              <a:t>Persistence &amp; AI Layer: Oracle 26AI acting as both a relational store and vector engine.</a:t>
            </a:r>
          </a:p>
          <a:p>
            <a:pPr/>
            <a:r>
              <a:t>Communication: RESTful APIs connecting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Orchestration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Workflow Execution: Intake -&gt; Matching -&gt; Exception -&gt; Compliance -&gt; Audit.</a:t>
            </a:r>
          </a:p>
          <a:p>
            <a:pPr/>
            <a:r>
              <a:t>State Management: Persistent 'ReconciliationState' tracking across the lifecycle.</a:t>
            </a:r>
          </a:p>
          <a:p>
            <a:pPr/>
            <a:r>
              <a:t>Intelligent Routing: Handover between specialized agents based on confidence scores.</a:t>
            </a:r>
          </a:p>
          <a:p>
            <a:pPr/>
            <a:r>
              <a:t>Autonomous Reasoning: Agents making decisions within defined guardrails.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Specialized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Intake Agent: Fetches structured data from Oracle 26AI tables.</a:t>
            </a:r>
          </a:p>
          <a:p>
            <a:pPr/>
            <a:r>
              <a:t>Matching Agent: Executes hybrid matching (Deterministic + Semantic).</a:t>
            </a:r>
          </a:p>
          <a:p>
            <a:pPr/>
            <a:r>
              <a:t>Exception Agent: Classifies and analyzes unmatched transactions.</a:t>
            </a:r>
          </a:p>
          <a:p>
            <a:pPr/>
            <a:r>
              <a:t>Compliance Agent: Enforces bank-grade guardrails and risk checks.</a:t>
            </a:r>
          </a:p>
          <a:p>
            <a:pPr/>
            <a:r>
              <a:t>Audit Agent: Records an immutable trail of all AI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Matching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Step: Exact matching on PO numbers, IDs, and amounts.</a:t>
            </a:r>
          </a:p>
          <a:p>
            <a:pPr/>
            <a:r>
              <a:t>Semantic Step: Utilizing LLM-driven vector embeddings for text proximity.</a:t>
            </a:r>
          </a:p>
          <a:p>
            <a:pPr/>
            <a:r>
              <a:t>Oracle Vector Search: Offloading heavy semantic similarity to the database layer.</a:t>
            </a:r>
          </a:p>
          <a:p>
            <a:pPr/>
            <a:r>
              <a:t>Confidence Scoring: Ranking matches for automated approval vs. manual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26AI Data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Storage: Handling JSON remittance data alongside relational tables.</a:t>
            </a:r>
          </a:p>
          <a:p>
            <a:pPr/>
            <a:r>
              <a:t>Integrated Vector Engine: Native 'VECTOR' data type for high-performance retrieval.</a:t>
            </a:r>
          </a:p>
          <a:p>
            <a:pPr/>
            <a:r>
              <a:t>Tenant Isolation: Robust customer_id partitioning across all schemas.</a:t>
            </a:r>
          </a:p>
          <a:p>
            <a:pPr/>
            <a:r>
              <a:t>Reliability: ACID compliance for financial transaction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Transparency: Visualizing AI reasoning and confidence for every decision.</a:t>
            </a:r>
          </a:p>
          <a:p>
            <a:pPr/>
            <a:r>
              <a:t>Manual Overrides: Direct interface for human operators to fix outliers.</a:t>
            </a:r>
          </a:p>
          <a:p>
            <a:pPr/>
            <a:r>
              <a:t>Persistence: All manual decisions are fed back into the audit trail.</a:t>
            </a:r>
          </a:p>
          <a:p>
            <a:pPr/>
            <a:r>
              <a:t>Exception Viewer: Dedicated view for high-risk or complex mismatches.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Auditability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Audit Trail: Capturing every agent action, prompt hash, and version.</a:t>
            </a:r>
          </a:p>
          <a:p>
            <a:pPr/>
            <a:r>
              <a:t>Compliance Guardrails: Blocking prohibited actions (e.g., cross-tenant matching).</a:t>
            </a:r>
          </a:p>
          <a:p>
            <a:pPr/>
            <a:r>
              <a:t>Encryption: Handling sensitive financial data securely with .env management.</a:t>
            </a:r>
          </a:p>
          <a:p>
            <a:pPr/>
            <a:r>
              <a:t>Traceability: Mapping every match back to its specific source and reasoning.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Precision: Drastic reduction in manual overhead via 80%+ auto-reconciliation.</a:t>
            </a:r>
          </a:p>
          <a:p>
            <a:pPr/>
            <a:r>
              <a:t>Scalability: Built on high-performance Oracle &amp; FastAPI foundations.</a:t>
            </a:r>
          </a:p>
          <a:p>
            <a:pPr/>
            <a:r>
              <a:t>Future-Ready: Seamlessly integrates new LLMs and matching patterns.</a:t>
            </a:r>
          </a:p>
          <a:p>
            <a:pPr/>
            <a:r>
              <a:t>Operational Efficiency: Real-time visibility into financial reconciliation health.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